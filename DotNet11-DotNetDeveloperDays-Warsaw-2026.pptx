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Relationships xmlns="http://schemas.openxmlformats.org/package/2006/relationships"><Relationship Id="presentation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"/>
  </p:sldMasterIdLst>
  <p:sldIdLst>
    <p:sldId id="256" r:id="slide1"/>
    <p:sldId id="257" r:id="slide2"/>
    <p:sldId id="258" r:id="slide3"/>
    <p:sldId id="259" r:id="slide4"/>
    <p:sldId id="260" r:id="slide5"/>
    <p:sldId id="261" r:id="slide6"/>
    <p:sldId id="262" r:id="slide7"/>
    <p:sldId id="263" r:id="slide8"/>
    <p:sldId id="264" r:id="slide9"/>
    <p:sldId id="265" r:id="slide10"/>
    <p:sldId id="266" r:id="slide11"/>
    <p:sldId id="267" r:id="slide12"/>
    <p:sldId id="268" r:id="slide13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master" Type="http://schemas.openxmlformats.org/officeDocument/2006/relationships/slideMaster" Target="slideMasters/slideMaster1.xml"/><Relationship Id='slide1' Type='http://schemas.openxmlformats.org/officeDocument/2006/relationships/slide' Target='slides/slide1.xml'/><Relationship Id='slide2' Type='http://schemas.openxmlformats.org/officeDocument/2006/relationships/slide' Target='slides/slide2.xml'/><Relationship Id='slide3' Type='http://schemas.openxmlformats.org/officeDocument/2006/relationships/slide' Target='slides/slide3.xml'/><Relationship Id='slide4' Type='http://schemas.openxmlformats.org/officeDocument/2006/relationships/slide' Target='slides/slide4.xml'/><Relationship Id='slide5' Type='http://schemas.openxmlformats.org/officeDocument/2006/relationships/slide' Target='slides/slide5.xml'/><Relationship Id='slide6' Type='http://schemas.openxmlformats.org/officeDocument/2006/relationships/slide' Target='slides/slide6.xml'/><Relationship Id='slide7' Type='http://schemas.openxmlformats.org/officeDocument/2006/relationships/slide' Target='slides/slide7.xml'/><Relationship Id='slide8' Type='http://schemas.openxmlformats.org/officeDocument/2006/relationships/slide' Target='slides/slide8.xml'/><Relationship Id='slide9' Type='http://schemas.openxmlformats.org/officeDocument/2006/relationships/slide' Target='slides/slide9.xml'/><Relationship Id='slide10' Type='http://schemas.openxmlformats.org/officeDocument/2006/relationships/slide' Target='slides/slide10.xml'/><Relationship Id='slide11' Type='http://schemas.openxmlformats.org/officeDocument/2006/relationships/slide' Target='slides/slide11.xml'/><Relationship Id='slide12' Type='http://schemas.openxmlformats.org/officeDocument/2006/relationships/slide' Target='slides/slide12.xml'/><Relationship Id='slide13' Type='http://schemas.openxmlformats.org/officeDocument/2006/relationships/slide' Target='slides/slide13.xml'/></Relationships>
</file>

<file path=ppt/slideLayouts/_rels/slideLayout1.xml.rels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layout"/>
  </p:sldLayoutIdLst>
</p:sldMaster>
</file>

<file path=ppt/slides/_rels/slide1.xml.rels><Relationships xmlns='http://schemas.openxmlformats.org/package/2006/relationships'><Relationship Id='image' Type='http://schemas.openxmlformats.org/officeDocument/2006/relationships/image' Target='../media/image1.png'/><Relationship Id='layout' Type='http://schemas.openxmlformats.org/officeDocument/2006/relationships/slideLayout' Target='../slideLayouts/slideLayout1.xml'/></Relationships>
</file>

<file path=ppt/slides/_rels/slide2.xml.rels><Relationships xmlns='http://schemas.openxmlformats.org/package/2006/relationships'><Relationship Id='image' Type='http://schemas.openxmlformats.org/officeDocument/2006/relationships/image' Target='../media/image2.png'/><Relationship Id='layout' Type='http://schemas.openxmlformats.org/officeDocument/2006/relationships/slideLayout' Target='../slideLayouts/slideLayout1.xml'/></Relationships>
</file>

<file path=ppt/slides/_rels/slide3.xml.rels><Relationships xmlns='http://schemas.openxmlformats.org/package/2006/relationships'><Relationship Id='image' Type='http://schemas.openxmlformats.org/officeDocument/2006/relationships/image' Target='../media/image3.png'/><Relationship Id='layout' Type='http://schemas.openxmlformats.org/officeDocument/2006/relationships/slideLayout' Target='../slideLayouts/slideLayout1.xml'/></Relationships>
</file>

<file path=ppt/slides/_rels/slide4.xml.rels><Relationships xmlns='http://schemas.openxmlformats.org/package/2006/relationships'><Relationship Id='image' Type='http://schemas.openxmlformats.org/officeDocument/2006/relationships/image' Target='../media/image4.png'/><Relationship Id='layout' Type='http://schemas.openxmlformats.org/officeDocument/2006/relationships/slideLayout' Target='../slideLayouts/slideLayout1.xml'/></Relationships>
</file>

<file path=ppt/slides/_rels/slide5.xml.rels><Relationships xmlns='http://schemas.openxmlformats.org/package/2006/relationships'><Relationship Id='image' Type='http://schemas.openxmlformats.org/officeDocument/2006/relationships/image' Target='../media/image5.png'/><Relationship Id='layout' Type='http://schemas.openxmlformats.org/officeDocument/2006/relationships/slideLayout' Target='../slideLayouts/slideLayout1.xml'/></Relationships>
</file>

<file path=ppt/slides/_rels/slide6.xml.rels><Relationships xmlns='http://schemas.openxmlformats.org/package/2006/relationships'><Relationship Id='image' Type='http://schemas.openxmlformats.org/officeDocument/2006/relationships/image' Target='../media/image6.png'/><Relationship Id='layout' Type='http://schemas.openxmlformats.org/officeDocument/2006/relationships/slideLayout' Target='../slideLayouts/slideLayout1.xml'/></Relationships>
</file>

<file path=ppt/slides/_rels/slide7.xml.rels><Relationships xmlns='http://schemas.openxmlformats.org/package/2006/relationships'><Relationship Id='image' Type='http://schemas.openxmlformats.org/officeDocument/2006/relationships/image' Target='../media/image7.png'/><Relationship Id='layout' Type='http://schemas.openxmlformats.org/officeDocument/2006/relationships/slideLayout' Target='../slideLayouts/slideLayout1.xml'/></Relationships>
</file>

<file path=ppt/slides/_rels/slide8.xml.rels><Relationships xmlns='http://schemas.openxmlformats.org/package/2006/relationships'><Relationship Id='image' Type='http://schemas.openxmlformats.org/officeDocument/2006/relationships/image' Target='../media/image8.png'/><Relationship Id='layout' Type='http://schemas.openxmlformats.org/officeDocument/2006/relationships/slideLayout' Target='../slideLayouts/slideLayout1.xml'/></Relationships>
</file>

<file path=ppt/slides/_rels/slide9.xml.rels><Relationships xmlns='http://schemas.openxmlformats.org/package/2006/relationships'><Relationship Id='image' Type='http://schemas.openxmlformats.org/officeDocument/2006/relationships/image' Target='../media/image9.png'/><Relationship Id='layout' Type='http://schemas.openxmlformats.org/officeDocument/2006/relationships/slideLayout' Target='../slideLayouts/slideLayout1.xml'/></Relationships>
</file>

<file path=ppt/slides/_rels/slide10.xml.rels><Relationships xmlns='http://schemas.openxmlformats.org/package/2006/relationships'><Relationship Id='image' Type='http://schemas.openxmlformats.org/officeDocument/2006/relationships/image' Target='../media/image10.png'/><Relationship Id='layout' Type='http://schemas.openxmlformats.org/officeDocument/2006/relationships/slideLayout' Target='../slideLayouts/slideLayout1.xml'/></Relationships>
</file>

<file path=ppt/slides/_rels/slide11.xml.rels><Relationships xmlns='http://schemas.openxmlformats.org/package/2006/relationships'><Relationship Id='image' Type='http://schemas.openxmlformats.org/officeDocument/2006/relationships/image' Target='../media/image11.png'/><Relationship Id='layout' Type='http://schemas.openxmlformats.org/officeDocument/2006/relationships/slideLayout' Target='../slideLayouts/slideLayout1.xml'/></Relationships>
</file>

<file path=ppt/slides/_rels/slide12.xml.rels><Relationships xmlns='http://schemas.openxmlformats.org/package/2006/relationships'><Relationship Id='image' Type='http://schemas.openxmlformats.org/officeDocument/2006/relationships/image' Target='../media/image12.png'/><Relationship Id='layout' Type='http://schemas.openxmlformats.org/officeDocument/2006/relationships/slideLayout' Target='../slideLayouts/slideLayout1.xml'/></Relationships>
</file>

<file path=ppt/slides/_rels/slide13.xml.rels><Relationships xmlns='http://schemas.openxmlformats.org/package/2006/relationships'><Relationship Id='image' Type='http://schemas.openxmlformats.org/officeDocument/2006/relationships/image' Target='../media/image13.png'/><Relationship Id='layout' Type='http://schemas.openxmlformats.org/officeDocument/2006/relationships/slideLayout' Target='../slideLayouts/slideLayout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1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2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3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4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5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6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7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8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09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0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1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2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-13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veloperDays Warsaw">
  <a:themeElements>
    <a:clrScheme name="Warsaw">
      <a:dk1>
        <a:srgbClr val="161616"/>
      </a:dk1>
      <a:lt1>
        <a:srgbClr val="FFFFFF"/>
      </a:lt1>
      <a:dk2>
        <a:srgbClr val="282828"/>
      </a:dk2>
      <a:lt2>
        <a:srgbClr val="CCCCCC"/>
      </a:lt2>
      <a:accent1>
        <a:srgbClr val="BD0926"/>
      </a:accent1>
      <a:accent2>
        <a:srgbClr val="FF6A3F"/>
      </a:accent2>
      <a:accent3>
        <a:srgbClr val="DF1238"/>
      </a:accent3>
      <a:accent4>
        <a:srgbClr val="B34242"/>
      </a:accent4>
      <a:accent5>
        <a:srgbClr val="888888"/>
      </a:accent5>
      <a:accent6>
        <a:srgbClr val="444444"/>
      </a:accent6>
      <a:hlink>
        <a:srgbClr val="DF1238"/>
      </a:hlink>
      <a:folHlink>
        <a:srgbClr val="FF6A3F"/>
      </a:folHlink>
    </a:clrScheme>
    <a:fontScheme name="Warsaw">
      <a:majorFont>
        <a:latin typeface="Raleway"/>
        <a:ea typeface=""/>
        <a:cs typeface=""/>
      </a:majorFont>
      <a:minorFont>
        <a:latin typeface="Open Sans"/>
        <a:ea typeface=""/>
        <a:cs typeface=""/>
      </a:minorFont>
    </a:fontScheme>
    <a:fmtScheme name="Warsaw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